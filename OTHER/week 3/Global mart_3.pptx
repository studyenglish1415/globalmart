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13" r:id="rId6"/>
    <p:sldId id="314" r:id="rId7"/>
    <p:sldId id="315" r:id="rId8"/>
    <p:sldId id="317" r:id="rId9"/>
    <p:sldId id="316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388" autoAdjust="0"/>
  </p:normalViewPr>
  <p:slideViewPr>
    <p:cSldViewPr snapToGrid="0" snapToObjects="1">
      <p:cViewPr varScale="1">
        <p:scale>
          <a:sx n="107" d="100"/>
          <a:sy n="107" d="100"/>
        </p:scale>
        <p:origin x="84" y="20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Global mart</a:t>
            </a:r>
            <a:br>
              <a:rPr lang="en-US" dirty="0"/>
            </a:br>
            <a:r>
              <a:rPr lang="en-US" dirty="0"/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2F05-D407-4421-A0B3-FB6A4E96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906" y="249751"/>
            <a:ext cx="6583680" cy="1531357"/>
          </a:xfrm>
        </p:spPr>
        <p:txBody>
          <a:bodyPr/>
          <a:lstStyle/>
          <a:p>
            <a:r>
              <a:rPr lang="en-US" dirty="0"/>
              <a:t>Making basic design(</a:t>
            </a:r>
            <a:r>
              <a:rPr lang="en-US" dirty="0" err="1"/>
              <a:t>petr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80336-A58F-489C-BDF2-EB833231E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83FEC-2779-4687-B25A-279E1A272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2" y="1890034"/>
            <a:ext cx="639127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2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12BD3-2B68-4962-87A7-D9FB9C2AC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49659F-FAC0-4171-A61A-1192C517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09" y="558140"/>
            <a:ext cx="5152136" cy="3689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AF6719-E220-4C31-BA18-9D902845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518" y="1692234"/>
            <a:ext cx="5701030" cy="407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3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9860-C6F7-474F-96FB-DE4551C2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website prototype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DED0D-E0CA-494E-B7B4-FDB93172B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C8E58C-28C9-4748-99EF-52B6494EB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358" y="2123133"/>
            <a:ext cx="8047512" cy="425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07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C7F30-B09D-4767-BE73-A1124F622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ED7B8-4B75-4420-BDB9-70EE09F4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02"/>
            <a:ext cx="7847997" cy="3773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19F5D-D821-47A8-A489-2B4F85A1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31" y="3133083"/>
            <a:ext cx="7300844" cy="3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5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F532-9970-4E50-81FC-DCBD4BBB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 for next week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EC4FD-F484-48E0-97F0-3941286D0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Server</a:t>
            </a:r>
          </a:p>
          <a:p>
            <a:endParaRPr lang="en-US" sz="4000" b="1" dirty="0"/>
          </a:p>
          <a:p>
            <a:r>
              <a:rPr lang="en-US" sz="4000" b="1" dirty="0"/>
              <a:t>Website Version 2.0</a:t>
            </a:r>
          </a:p>
          <a:p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08B48-0E55-4918-B7EB-33528E1D2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76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{EC3E25C1-F0CF-476B-AEAC-4959B549C713}TF8a9b5915-b8c7-461e-8cdd-693d48b5e32371f7b7e2_win32-4bf0b9a2ea37</Template>
  <TotalTime>3</TotalTime>
  <Words>31</Words>
  <Application>Microsoft Office PowerPoint</Application>
  <PresentationFormat>Widescreen</PresentationFormat>
  <Paragraphs>13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Global mart week 3</vt:lpstr>
      <vt:lpstr>Making basic design(petr)</vt:lpstr>
      <vt:lpstr>PowerPoint Presentation</vt:lpstr>
      <vt:lpstr>Making website prototype</vt:lpstr>
      <vt:lpstr>PowerPoint Presentation</vt:lpstr>
      <vt:lpstr>Plans for next week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mart week 3</dc:title>
  <dc:subject/>
  <dc:creator>Petr Gurevich</dc:creator>
  <cp:lastModifiedBy>Petr Gurevich</cp:lastModifiedBy>
  <cp:revision>1</cp:revision>
  <dcterms:created xsi:type="dcterms:W3CDTF">2026-04-09T08:58:10Z</dcterms:created>
  <dcterms:modified xsi:type="dcterms:W3CDTF">2026-04-09T09:01:51Z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