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13" r:id="rId6"/>
    <p:sldId id="314" r:id="rId7"/>
    <p:sldId id="315" r:id="rId8"/>
    <p:sldId id="316" r:id="rId9"/>
    <p:sldId id="320" r:id="rId10"/>
    <p:sldId id="317" r:id="rId11"/>
    <p:sldId id="318" r:id="rId12"/>
    <p:sldId id="319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388" autoAdjust="0"/>
  </p:normalViewPr>
  <p:slideViewPr>
    <p:cSldViewPr snapToGrid="0" snapToObjects="1">
      <p:cViewPr varScale="1">
        <p:scale>
          <a:sx n="107" d="100"/>
          <a:sy n="107" d="100"/>
        </p:scale>
        <p:origin x="84" y="20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Global mart</a:t>
            </a:r>
            <a:br>
              <a:rPr lang="en-US" dirty="0"/>
            </a:br>
            <a:r>
              <a:rPr lang="en-US" dirty="0"/>
              <a:t>week 1-7 journey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53A87-8119-4585-9AEB-FCD66162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A19317-B930-41EB-9049-A4F98CDF2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276" y="2665995"/>
            <a:ext cx="3318775" cy="32067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B8D90-D1F9-4A1F-8230-6F17F6F1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397D19-E5EC-4138-BFF4-9B2DAB4A0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219" y="692943"/>
            <a:ext cx="5650012" cy="476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4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896CA2-5F5E-41BE-AFCF-B83AB6C3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27A94-B5EF-4DBB-A527-50C9464EF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0202" y="2244520"/>
            <a:ext cx="7965460" cy="3497698"/>
          </a:xfrm>
        </p:spPr>
        <p:txBody>
          <a:bodyPr/>
          <a:lstStyle/>
          <a:p>
            <a:r>
              <a:rPr lang="en-US" dirty="0"/>
              <a:t>REQUIREMENTS (Petr and Selim) </a:t>
            </a:r>
          </a:p>
          <a:p>
            <a:r>
              <a:rPr lang="en-US" dirty="0"/>
              <a:t>SRS DOCUMENT (Petr)</a:t>
            </a:r>
          </a:p>
          <a:p>
            <a:r>
              <a:rPr lang="en-US" dirty="0"/>
              <a:t>Priority Matrix (Selim)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D2322-AFBA-4E01-9B03-0B3691555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24E9D2-EC7E-4C47-9F88-4F7E7D2DB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7199"/>
            <a:ext cx="5831300" cy="33632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AF8127-2F7A-4058-9611-EEBA2384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2" y="4155949"/>
            <a:ext cx="10652166" cy="178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8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04E0D9-B794-4CC6-932C-D6CE09A5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461ACE-36F7-4880-9D5E-3EEE82656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416" y="2781836"/>
            <a:ext cx="4294868" cy="32067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8EF0A-5EA0-473D-A6F2-E252046A3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1B3660-1878-4BF6-B41C-9E5A31E07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21" y="253526"/>
            <a:ext cx="4777634" cy="25283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AB6191-B549-4437-97E3-F8EDAD0A2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784" y="3575984"/>
            <a:ext cx="5017325" cy="24126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9C5B17-5E9E-4CD2-8582-CC0DCEF3478A}"/>
              </a:ext>
            </a:extLst>
          </p:cNvPr>
          <p:cNvSpPr txBox="1"/>
          <p:nvPr/>
        </p:nvSpPr>
        <p:spPr>
          <a:xfrm>
            <a:off x="1205345" y="457199"/>
            <a:ext cx="2559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draft of UI (Selim)</a:t>
            </a:r>
          </a:p>
          <a:p>
            <a:r>
              <a:rPr lang="en-US" dirty="0"/>
              <a:t>Website map (Petr)</a:t>
            </a:r>
          </a:p>
        </p:txBody>
      </p:sp>
    </p:spTree>
    <p:extLst>
      <p:ext uri="{BB962C8B-B14F-4D97-AF65-F5344CB8AC3E}">
        <p14:creationId xmlns:p14="http://schemas.microsoft.com/office/powerpoint/2010/main" val="218959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DBB934-86C0-44D5-8BFB-56DF3AD9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CE7878-3269-4C04-B2F7-C6BDE0E7C2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5974" y="2051438"/>
            <a:ext cx="3419421" cy="34972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02C17-D05E-4CC8-A2F8-ACEC61A6D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7459B0-DE32-46A7-A214-6C98FECFA801}"/>
              </a:ext>
            </a:extLst>
          </p:cNvPr>
          <p:cNvSpPr txBox="1"/>
          <p:nvPr/>
        </p:nvSpPr>
        <p:spPr>
          <a:xfrm>
            <a:off x="4755236" y="2244144"/>
            <a:ext cx="6100948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marR="0" lvl="0" indent="-34747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RESTful API (Petr) </a:t>
            </a:r>
          </a:p>
          <a:p>
            <a:pPr marL="347472" marR="0" lvl="0" indent="-34747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srgbClr val="1F2C8F"/>
                </a:solidFill>
                <a:latin typeface="Sabon Next LT"/>
              </a:rPr>
              <a:t>Tecklist</a:t>
            </a:r>
            <a:r>
              <a:rPr lang="en-US" dirty="0">
                <a:solidFill>
                  <a:srgbClr val="1F2C8F"/>
                </a:solidFill>
                <a:latin typeface="Sabon Next LT"/>
              </a:rPr>
              <a:t> (Selim)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F2C8F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867092-88D9-463E-973F-4E49AC3BC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312" y="3286042"/>
            <a:ext cx="431542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1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F65D-697F-4330-B906-01DBD73A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MEMEBER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A0752-8C85-4308-9CD4-6AF408267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834640"/>
            <a:ext cx="8674925" cy="3207344"/>
          </a:xfrm>
        </p:spPr>
        <p:txBody>
          <a:bodyPr>
            <a:normAutofit/>
          </a:bodyPr>
          <a:lstStyle/>
          <a:p>
            <a:r>
              <a:rPr lang="en-US" sz="8000" dirty="0"/>
              <a:t>Tilde </a:t>
            </a:r>
            <a:r>
              <a:rPr lang="en-US" sz="8000" dirty="0" err="1"/>
              <a:t>Andreasson</a:t>
            </a:r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59F68-E532-4FFB-B464-3E1D936E2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6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7681B4-563D-49A6-BFC1-46BB846C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4E05B-A104-4643-9D41-16F4C07B7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UI (Tilde)</a:t>
            </a:r>
          </a:p>
          <a:p>
            <a:r>
              <a:rPr lang="en-US" dirty="0"/>
              <a:t>Real Back developing (Petr)</a:t>
            </a:r>
          </a:p>
          <a:p>
            <a:r>
              <a:rPr lang="en-US" dirty="0"/>
              <a:t>Real database (Selim)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D20C2-F98A-4299-9DC6-EE529B863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6C02E-8C6A-4371-842F-FC67C5998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258" y="97590"/>
            <a:ext cx="5734850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41B0A-6947-43E2-B314-32823C1B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9EECE0-4511-4A0B-8F9F-75796A6B2F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96621" y="4252642"/>
            <a:ext cx="7964488" cy="24608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2B721-9DAF-4E5F-9474-935F3E25E4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9DC01-C1C3-4E80-96A4-F34C6A23861C}"/>
              </a:ext>
            </a:extLst>
          </p:cNvPr>
          <p:cNvSpPr txBox="1"/>
          <p:nvPr/>
        </p:nvSpPr>
        <p:spPr>
          <a:xfrm>
            <a:off x="2939142" y="2268187"/>
            <a:ext cx="3960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 module (Petr)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 update (Tilde)</a:t>
            </a:r>
          </a:p>
        </p:txBody>
      </p:sp>
    </p:spTree>
    <p:extLst>
      <p:ext uri="{BB962C8B-B14F-4D97-AF65-F5344CB8AC3E}">
        <p14:creationId xmlns:p14="http://schemas.microsoft.com/office/powerpoint/2010/main" val="3892619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B8DCBD-6CF6-4751-B43A-F89068BB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68EF7-9563-44E2-94AF-B0591932B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Completed tasks:</a:t>
            </a:r>
          </a:p>
          <a:p>
            <a:r>
              <a:rPr lang="en-US" dirty="0"/>
              <a:t>1) Gathered example information for products including possible options, pictures, etc. (Selim)  </a:t>
            </a:r>
          </a:p>
          <a:p>
            <a:r>
              <a:rPr lang="en-US" dirty="0"/>
              <a:t>2) Implemented UI especially search filtering and cart (Tilde)</a:t>
            </a:r>
          </a:p>
          <a:p>
            <a:r>
              <a:rPr lang="en-US" dirty="0"/>
              <a:t>3) First connect of </a:t>
            </a:r>
            <a:r>
              <a:rPr lang="en-US" dirty="0" err="1"/>
              <a:t>db</a:t>
            </a:r>
            <a:r>
              <a:rPr lang="en-US" dirty="0"/>
              <a:t> and frontend (Petr)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C7C84-522B-4B92-9478-98C477F47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6B81F6-F1B2-4B6C-9ECA-8345108B0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816016"/>
            <a:ext cx="8147331" cy="23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39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5061" y="2126379"/>
            <a:ext cx="5715000" cy="2727709"/>
          </a:xfrm>
        </p:spPr>
        <p:txBody>
          <a:bodyPr/>
          <a:lstStyle/>
          <a:p>
            <a:r>
              <a:rPr lang="en-US" sz="8000" dirty="0"/>
              <a:t>Thank </a:t>
            </a:r>
            <a:br>
              <a:rPr lang="en-US" sz="8000" dirty="0"/>
            </a:br>
            <a:r>
              <a:rPr lang="en-US" sz="80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{129FDEB9-59BF-47AC-9DA8-0B364DB19B24}TF8a9b5915-b8c7-461e-8cdd-693d48b5e32371f7b7e2_win32-4bf0b9a2ea37</Template>
  <TotalTime>27</TotalTime>
  <Words>142</Words>
  <Application>Microsoft Office PowerPoint</Application>
  <PresentationFormat>Widescreen</PresentationFormat>
  <Paragraphs>35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Custom</vt:lpstr>
      <vt:lpstr>Global mart week 1-7 journey</vt:lpstr>
      <vt:lpstr>Week 1</vt:lpstr>
      <vt:lpstr>Week 2</vt:lpstr>
      <vt:lpstr>Week 3</vt:lpstr>
      <vt:lpstr>Week 4</vt:lpstr>
      <vt:lpstr>NEW MEMEBER</vt:lpstr>
      <vt:lpstr>Week 5</vt:lpstr>
      <vt:lpstr>Week 6</vt:lpstr>
      <vt:lpstr>Week 7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mart week 1-7 journey</dc:title>
  <dc:subject/>
  <dc:creator>Petr Gurevich</dc:creator>
  <cp:lastModifiedBy>Petr Gurevich</cp:lastModifiedBy>
  <cp:revision>18</cp:revision>
  <dcterms:created xsi:type="dcterms:W3CDTF">2026-05-14T11:28:00Z</dcterms:created>
  <dcterms:modified xsi:type="dcterms:W3CDTF">2026-05-14T12:02:42Z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